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1" r:id="rId3"/>
    <p:sldId id="283" r:id="rId4"/>
    <p:sldId id="284" r:id="rId5"/>
    <p:sldId id="285" r:id="rId6"/>
    <p:sldId id="287" r:id="rId7"/>
    <p:sldId id="288" r:id="rId8"/>
    <p:sldId id="286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83"/>
            <p14:sldId id="284"/>
            <p14:sldId id="285"/>
            <p14:sldId id="287"/>
            <p14:sldId id="288"/>
            <p14:sldId id="286"/>
          </p14:sldIdLst>
        </p14:section>
        <p14:section name="Learn More" id="{2CC34DB2-6590-42C0-AD4B-A04C6060184E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41" autoAdjust="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2/14/2022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2/14/2022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733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2/14/2022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Project </a:t>
            </a:r>
            <a:r>
              <a:rPr lang="en-US" sz="4800" dirty="0" err="1">
                <a:solidFill>
                  <a:schemeClr val="bg1"/>
                </a:solidFill>
              </a:rPr>
              <a:t>Wizmal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One stop solution for academic institutes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Buss Tracking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9157194" cy="48852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Driver View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Shows driver location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Strat journey button</a:t>
            </a: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Parent View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Shows the polyline from start to his stop.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Notification when buss is near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Drivers contact info</a:t>
            </a: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Admin view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Shows current  location of all busses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Filter option to select specific buss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Shows driving analytics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Notify if driver 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volatiles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any rules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Assign buss to driver.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Raise request to add or remove driver.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Notice Board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9157194" cy="488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Parent View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Shows all notifications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Latest notifications are highlighted </a:t>
            </a: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Admin view (web portal)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Shows uploaded notifications.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upload option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Raise request to  delete notification.</a:t>
            </a: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406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Attendance 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9157194" cy="488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Parent View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Shows attendance analytics.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Notify if ward is absent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Request leave for Ward.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Get notified if leave approved by admin or Teacher.</a:t>
            </a: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Admin view or Teachers view ( Client decision)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Add  attendance for Present day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Filter option  based on attendance.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Approve leave Request option.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084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Results 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9157194" cy="488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Parent View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Shows result subject vise.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Analytics showing ward progress.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Suggestions to improve performance.</a:t>
            </a: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Admin view or Teachers view ( Client decision)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Add  result.  (Once submitted cannot be edited)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Filter option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Shows students with highest and lowest performance.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Raise request to edit previously added result.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Analytics showing Students and Teacher info.</a:t>
            </a:r>
          </a:p>
          <a:p>
            <a:pPr marL="457200" lvl="1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729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Notes and Assignments 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9157194" cy="488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Parent View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Show all Notes and Assignment (with due date) sorted by date.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Can download files.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Can upload assignments.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Notification when due date is near.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Notify when marks assigned to assignment.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Teachers view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Can upload new notes.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Can upload new assignments (needs to mention due date).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After clicking on uploaded assignment. View students who uploaded and who did not.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Can view assignments submitted by students and assign marks.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35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396685"/>
            <a:ext cx="6877119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Quiz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9157194" cy="488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Parent View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Shows upcoming quizzes.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Once quiz starts. One question is shown on screen with timer and next button.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No proctor services for now.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Once quiz is submitted show result.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Teachers view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View to frame quiz (answers need to be submitted)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Upload image, specify marks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etc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features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Result view once quiz is finished. </a:t>
            </a:r>
          </a:p>
          <a:p>
            <a:pPr marL="457200" lvl="1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747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Chat Session. 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9157194" cy="488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Parent View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Yet to decide </a:t>
            </a: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Teachers view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Can send text to specific student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Yet to decide </a:t>
            </a:r>
          </a:p>
          <a:p>
            <a:pPr marL="457200" lvl="1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92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Thank you 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917029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_fixed.potx" id="{9A9BE078-57A7-48B2-9D33-8EFC365D262A}" vid="{66905093-CF97-471D-A25F-2AFDA55216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{295AA3DF-49C2-4EA7-B910-1172CEE136AE}tf10001108_win32</Template>
  <TotalTime>2892</TotalTime>
  <Words>387</Words>
  <Application>Microsoft Office PowerPoint</Application>
  <PresentationFormat>Widescreen</PresentationFormat>
  <Paragraphs>87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Roboto</vt:lpstr>
      <vt:lpstr>Segoe UI</vt:lpstr>
      <vt:lpstr>Segoe UI Light</vt:lpstr>
      <vt:lpstr>Wingdings</vt:lpstr>
      <vt:lpstr>WelcomeDoc</vt:lpstr>
      <vt:lpstr>Project Wizmal</vt:lpstr>
      <vt:lpstr>Buss Tracking</vt:lpstr>
      <vt:lpstr>Notice Board</vt:lpstr>
      <vt:lpstr>Attendance </vt:lpstr>
      <vt:lpstr>Results </vt:lpstr>
      <vt:lpstr>Notes and Assignments </vt:lpstr>
      <vt:lpstr>Quiz</vt:lpstr>
      <vt:lpstr>Chat Session.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Wizmal</dc:title>
  <dc:creator>Manzoor, Wajid</dc:creator>
  <cp:keywords/>
  <cp:lastModifiedBy>Manzoor, Wajid</cp:lastModifiedBy>
  <cp:revision>8</cp:revision>
  <dcterms:created xsi:type="dcterms:W3CDTF">2022-02-14T12:44:43Z</dcterms:created>
  <dcterms:modified xsi:type="dcterms:W3CDTF">2022-02-16T12:57:28Z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2022-02-14T12:44:44Z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e9bd0566-4343-4ba9-9705-1ceac662f88d</vt:lpwstr>
  </property>
  <property fmtid="{D5CDD505-2E9C-101B-9397-08002B2CF9AE}" pid="8" name="MSIP_Label_ea60d57e-af5b-4752-ac57-3e4f28ca11dc_ContentBits">
    <vt:lpwstr>0</vt:lpwstr>
  </property>
</Properties>
</file>